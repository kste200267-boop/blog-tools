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1 · 4단원 · 4-3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⚖️ 문화 상대주의와 보편 윤리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관용의 한계는 어디까지인가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[10통사1-04-03] 문화 상대주의적 태도의 필요성을 이해하고,</a:t>
            </a:r>
          </a:p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보편 윤리의 차원에서 자문화·타문화를 성찰한다.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🤔 만약 우리 학교에…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무슬림 친구가 하루 5번 예배를 드리고 싶다고 한다.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학교는 어떻게 해야 할까?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A: "수업 시간을 빼서까지?"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B: "종교는 자유, 존중해야"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C: "무엇이든 그들 문화면 OK"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어느 입장이 맞을까?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입장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📐 문화 절대주의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하나의 절대적 기준으로 모든 문화를 평가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"옳은 문화"가 따로 있다고 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자문화 중심주의로 빠지기 쉬움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❌ 타문화 무시 · 차별 가능성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❌ 식민주의의 정당화 도구로 쓰임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예시: 19세기 유럽이 "미개한 문화"라며 식민지 정당화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입장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🌐 문화 상대주의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각 문화는 그 사회의 맥락에서 이해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다양성 존중 · 편견 없는 태도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다른 문화도 그 자체로 가치 있음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다문화 사회에 필수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⚠️ 무엇이든 인정하지는 않음 (한계 있음)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📌 다문화 사회의 기본 태도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입장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⚠️ 극단적 문화 상대주의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어떤 문화든 무비판적으로 인정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❌ 인권 침해도 "문화"라며 인정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❌ 사회적 약자 보호 어려움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❌ 문화 발전·성찰 막음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❌ 보편 가치 부정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⚠️ 위험: 아동 강제 노동·가정 폭력도 "문화"라며 정당화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📊 세 가지 입장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715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algun Gothic"/>
                        </a:rPr>
                        <a:t>입장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algun Gothic"/>
                        </a:rPr>
                        <a:t>평가 기준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📐 절대주의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하나의 절대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차별·식민주의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🌐 상대주의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맥락 이해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존중·공존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⚠️ 극단적 상대주의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기준 부정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인권 침해 정당화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🌟 보편 윤리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인간 존엄성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⚖️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자유와 평등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생명권·신체 안전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교육 받을 권리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⚖️ 균형 잡기 — 두 원칙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🌐 다양성 존중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모든 문화는 고유한 의미가 있다.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다름을 차별의 이유로 삼지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🌟 보편 윤리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단, 인간 존엄성·생명·자유는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어떤 문화도 침해할 수 없다.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  <a:latin typeface="Malgun Gothic"/>
              </a:rPr>
              <a:t>💡 두 원칙이 충돌할 때: 보편 윤리 &gt; 문화 상대주의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학생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⚖️ 다문화 시민 법정 — 웹교구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C2D12"/>
                </a:solidFill>
                <a:latin typeface="Malgun Gothic"/>
              </a:rPr>
              <a:t>🌐 웹교구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c-culture-multicultural-court.html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5사건 판결 + 입장 비교 + 균형 슬라이더 + AI 피드백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103327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4E3B"/>
                </a:solidFill>
                <a:latin typeface="Malgun Gothic"/>
              </a:rPr>
              <a:t>📝 학습지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학습지 ④ 3입장 비교표 + 5사례 매칭 + 판결문 작성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문화 절대주의 → 차별의 위험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문화 상대주의 → 존중의 시작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극단적 상대주의 → 인권 침해 위험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보편 윤리 = 인간 존엄성·생명·자유의 마지노선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균형: 다양성 존중 + 보편 윤리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4-4 다문화 사회의 갈등과 해결 — 한국의 현실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