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3단원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🌿 자연환경과 인간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기후·재해·환경 윤리 — 자연과 함께 살아가는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[10통사1-03] 자연환경의 영향, 자연재해 대응, 인간과 자연의 윤리적 관계.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만약 한국에 사막 기후가 왔다면?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한복도 없고, 김치도 없고, 한옥도 다른 모습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자연환경은 우리 삶을 어떻게 형성했고,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   우리는 어떻게 적응했나?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🌡 5대 기후별 인간 적응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열대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고상가옥·헐렁한 옷·화전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건조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흙벽돌집·흰 의복·유목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온대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벽돌집·계절 의복·혼합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냉대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통나무집·모피·임업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한대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이글루·동물 가죽·순록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🌋 자연재해 대응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4단계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🚨 예방 — 평소 대피로 숙지, 교육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📡 경보 — 정확한 정보원 확인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🏃 대피 — 즉각적 행동 (쓰나미 5분 이내)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🤝 복구 — 공동체 협력, 정부 지원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한국 주요 재해: 태풍·지진·산불·미세먼지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⚖️ 환경 윤리 4가지 입장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인간중심주의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베이컨·데카르트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생태중심주의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레오폴드 대지윤리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동물중심주의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싱어·레건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온건한 인간중심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패스모어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🌍 인간-자연 공존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미래로 가는 4가지 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♻️ 지속가능 발전 — 미래 세대도 누릴 자연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🌱 탄소 중립 — 2050 넷제로 목표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🌳 생물 다양성 보전 — 멸종 위기 종 보호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💚 친환경 소비 — 개인 선택이 세상을 바꿈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세계 기후 탐험가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5대 기후 매칭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자연재해 시뮬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5재해 의사결정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환경 윤리 딜레마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5딜레마 슬라이더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자연환경(기후·지형) → 인간 의식주·문화 형성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자연재해 대응: 예방-경보-대피-복구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환경 윤리: 인간중심 ↔ 생태중심 균형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지속가능 발전 = 현재와 미래의 공존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4단원 문화와 다양성 — 세계 문화권의 다양성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