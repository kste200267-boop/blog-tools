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5단원 · 5-2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📡 교통·통신·정보화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스마트폰이 바꾼 우리 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[10통사1-05-02] 교통·통신 및 과학기술의 발달과 함께 나타난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생활공간과 생활양식의 변화 양상을 조사하고 해결 방안을 제안한다.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📱 스마트폰 없는 하루…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가능할까? 무엇이 가장 불편할까?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🗺 길 찾기 — 지도가 없다면?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💸 결제 — 현금만으로?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📞 소통 — 메신저 없이?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정보화는 우리 일상을 어떻게 바꾸었나?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🚄 교통의 발달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시간·공간 거리 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1960s — 자동차 보급 시작, 경부고속도로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1990s — 가구당 자가용 시대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2004  — KTX 개통, 전국이 반나절 생활권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2020s — 자율주행·전기차·공유 모빌리티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📌 결과: 시간·공간 거리 ↓, 일일 생활권 확장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📞 통신의 발달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연결의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1980s — 가정용 유선전화 보급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1990s — 휴대폰·삐삐 → PC통신 (천리안·하이텔)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2000s — 초고속 인터넷 → 전국 보급률 90%+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2010s~ — 스마트폰·SNS·5G·AI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🌐 정보화 사회란?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🏭 산업 사회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제품·물질이 핵심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대량 생산·소비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💡 정보화 사회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정보·지식이 핵심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네트워크·맞춤화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지식과 정보가 사회의 핵심 자원이 되는 사회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🌟 정보화의 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시간·공간 효율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재택근무·온라인 학습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정보 접근성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검색 한 번으로 세계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민주적 소통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SNS로 누구나 의견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새로운 일자리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크리에이터·플랫폼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⚠️ 정보화의 그림자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정보 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세대·계층 디지털 디바이드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사생활 침해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개인정보 유출·빅브라더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가짜뉴스·딥페이크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여론 조작·신뢰 붕괴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중독·고립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SNS 의존·인간 단절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📊 정보 격차 (Digital Divide)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한국의 정보 격차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📱 일반 국민:        100%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👴 고령층(65세+):     70%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♿ 장애인:           82%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💰 저소득층:         85%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🌾 농어민:           79%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💡 출처: 과학기술정보통신부·NIA 조사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💡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빛은 살리고 그림자는 줄이자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📚 디지털 리터러시 교육 — 전국민 미디어·AI 활용 역량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📶 인프라 확장 — 농어촌·소외계층 5G·인터넷 보장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🔐 개인정보 보호 강화 — GDPR 같은 강력한 법적 보호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🛡 가짜뉴스 대응 — 미디어 비판적 사고, 팩트체크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🤖 AI 윤리 가이드라인 — 알고리즘 공정성·투명성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📡 정보화 사회의 두 얼굴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c-living-space-informatization.html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8개 정책 선택 → 편익/부작용 동시 점수 + 레이더 차트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② 정보화 사례 분류 + 정보 격차 인터뷰 + 학생 정책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교통(KTX·자동차) → 시간·공간 거리 ↓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통신(인터넷·스마트폰) → 즉각적 연결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정보화 사회 = 정보·지식이 핵심 자원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빛: 효율·접근성·소통 / 그림자: 격차·사생활·중독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균형 = 인프라 + 교육 + 윤리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5-3 우리 동네 변화 — 학생 지역 탐구 프로젝트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