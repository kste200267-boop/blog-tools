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2단원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😊 인간과 공동체 — 행복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행복이란 무엇이며 어떻게 추구할 것인가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[10통사1-02] 행복의 의미와 기준을 탐구하고 행복한 삶의 조건을 탐색.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"당신은 행복합니까?"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한국의 행복지수 — OECD 38개국 중 최하위권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📊 GDP는 세계 10위권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📉 행복지수는 세계 50위권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"잘 살게 됐는데 왜 안 행복할까?"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진정한 행복은 무엇이며 어떻게 만들 수 있을까?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📖 4대 행복관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아리스토텔레스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덕(德) 있는 삶 = 행복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공리주의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최대 다수의 최대 행복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동양 사상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마음의 평정·도덕적 완성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자기실현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잠재력을 펼치는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🎯 행복의 4대 조건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정주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의료·주거·치안·자연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경제 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소득·일자리·복지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민주주의 발전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정치 참여·법치·인권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도덕적 실천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공동체·배려·연대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📊 OECD Better Life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11개 영역으로 행복 측정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🏠 주거  💰 소득  💼 일자리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👥 공동체  📚 교육  🌳 환경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🗳 시민참여  ❤️ 건강  😊 삶의 만족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🛡 안전  ⚖️ 일·삶 균형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💡 한국은 일·삶 균형, 공동체 점수가 특히 낮음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행복 나침반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행복 기준 탐색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행복 퀴즈 게임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관점 퀴즈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4대 행복관 진단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10문항 자가 진단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OECD 삶의 질 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11영역 레이더 차트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행복관 — 덕/쾌락/평정/성장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행복의 조건 — 환경+경제+민주주의+도덕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OECD Better Life Index 11영역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행복은 외부 조건+내면 가치가 함께 만든다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3단원 자연환경과 인간 — 자연과 함께 살아가는 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