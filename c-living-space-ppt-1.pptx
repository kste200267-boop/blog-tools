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Malgun Gothic"/>
              </a:rPr>
              <a:t>통합사회 1 · 5단원 · 5-1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🏗 산업화와 도시화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EF3C7"/>
                </a:solidFill>
                <a:latin typeface="Malgun Gothic"/>
              </a:rPr>
              <a:t>우리가 사는 공간은 어떻게 변했는가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[10통사1-05-01] 산업화·도시화로 인해 나타난 생활공간과 생활양식의</a:t>
            </a:r>
          </a:p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변화 양상을 조사하고, 이에 따른 문제점의 해결 방안을 제안한다.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📸 1960년 vs 2025년 서울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사진 두 장 — 같은 도시일까?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🌾 1960: 한강변 논·낮은 건물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🏙 2025: 고층 빌딩·아파트 숲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→ 60년간 어떤 일이 일어났을까? 좋기만 했을까?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📖 산업화란?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2D12"/>
                </a:solidFill>
                <a:latin typeface="Malgun Gothic"/>
              </a:rPr>
              <a:t>🌾 변화 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농업·1차 산업 중심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대다수 농촌 거주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Malgun Gothic"/>
              </a:rPr>
              <a:t>🏭 변화 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공업·서비스업 중심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도시로 인구 집중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BBF24"/>
                </a:solidFill>
                <a:latin typeface="Malgun Gothic"/>
              </a:rPr>
              <a:t>💡 농업 중심 사회 → 공업·서비스업 중심 사회로의 변화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📊 도시화율 추이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한국 도시화율 (1960~2025)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1960  ▶  28% — 농업 중심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1980  ▶  57% — 도시·농촌 역전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2000  ▶  80% — 본격 도시 사회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2025  ▶  92% — 초도시화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💡 한국은 세계에서 가장 빠른 도시화를 경험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🚦 한국 도시화의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경제 발전과 함께한 변천사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1960~70s — 경제 개발 5개년 계획 → 농촌→도시 대이동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1980s    — 중화학공업 → 울산·포항·창원 공업 도시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1990s    — 수도권 집중 → 신도시 1기 (분당·일산)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2000s~   — 광역화·초도시화 → 수도권 50%+ 집중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⚠️ 도시 문제 6가지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인구 집중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수도권 50%+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008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주거난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8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집값 폭등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152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52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교통 혼잡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52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출퇴근 정체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환경 오염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미세먼지·소음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008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👨‍👩‍👧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008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공동체 약화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008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1인 가구 증가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152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152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⚖️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152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지역 격차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152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수도권 vs 지방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🌾 농촌의 그림자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도시 발전의 반대편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📉 인구 감소 — 청년·장년 도시 이주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👴 고령화 — 농촌 65세 이상 50% 이상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🏫 학교 통폐합 — 작은 학교 소멸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⚠️ 지방 소멸 — 89개 시군구 소멸 위기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💡 해결 방안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도시·농촌 균형 발전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🏛 균형 발전 — 행정수도·공공기관 지방 이전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🏠 주거 정책 — 공공임대주택 확대, 세입자 보호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🚊 대중교통 강화 — 광역철도, 무료/저비용 환승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🌳 친환경 도시 — 그린벨트, 그린 뉴딜, 스마트시티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🌾 농촌 회복 — 청년 농업 지원, 스마트팜, 귀촌 정책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학생 활동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🏗 산업화·도시화 타임머신 — 웹교구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332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C2D12"/>
                </a:solidFill>
                <a:latin typeface="Malgun Gothic"/>
              </a:rPr>
              <a:t>🌐 웹교구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Malgun Gothic"/>
              </a:rPr>
              <a:t>c-living-space-industrialization.html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1960~2030 슬라이더 + 도시 인구·산업·환경 시뮬 + Chart.js 비교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97680"/>
            <a:ext cx="10332720" cy="164592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64E3B"/>
                </a:solidFill>
                <a:latin typeface="Malgun Gothic"/>
              </a:rPr>
              <a:t>📝 학습지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학습지 ① 1960 vs 2025 비교표 + 도시 문제 분석 + 해결안 작성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🎯 오늘의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산업화 = 농업 → 공업·서비스업 중심 사회로 변화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도시화 = 도시 인구 비율↑ + 도시 생활양식 확산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한국은 세계에서 가장 빠르게 산업화·도시화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도시 문제(주거·교통·환경) + 농촌 공동화 동시 발생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균형 발전·친환경 도시·농촌 회복이 해결 방향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212080"/>
            <a:ext cx="9601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492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2D12"/>
                </a:solidFill>
                <a:latin typeface="Malgun Gothic"/>
              </a:rPr>
              <a:t>📌 다음 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7150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5-2 교통·통신·정보화 — 스마트폰이 바꾼 우리 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