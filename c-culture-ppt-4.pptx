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4단원 · 4-4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🤝 다문화 사회와 다양성 존중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함께 살아가는 법을 배우다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[10통사1-04-04] 다문화 사회의 갈등을 해결하고</a:t>
            </a:r>
          </a:p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문화 다양성을 존중하는 방안을 모색한다.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📊 한국은 이미 다문화 사회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외국인 비율 (2025): 약 5%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체류 외국인 수: 200만 명 이상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다문화 학생 비율: 일부 지역 10%+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다문화 사회는 미래가 아닌 현재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🌍 다문화 사회의 구성원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결혼 이주민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국제결혼으로 정착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외국인 노동자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제조업·농어업 현장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유학생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대학·대학원 재학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북한이탈주민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3만 5천명 이상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갈등 사례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⚠️ 결혼 이주민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📉 저소득·빈곤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🗣 의사소통의 어려움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👨‍👩‍👧 자녀 양육 갈등 (이중 정체성)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💔 가정 폭력 노출 위험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🚫 사회적 고립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갈등 사례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⚠️ 외국인 노동자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⏰ 장시간 노동·저임금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🏥 산업재해 무방비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📜 비자·체류 불안정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👊 폭언·폭행 피해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⚖️ 법적 보호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갈등 사례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⚠️ 다문화 학생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🎒 한국어 어려움 → 학업 격차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👥 외모·이름으로 따돌림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🆔 이중 정체성 혼란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📚 진로 정보 부족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💔 정서적 소외감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"검은 피부색 때문에 초등학교부터 괴롭힘 대상이 되었다"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해결 방안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💡 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📜 다문화가족지원법 — 한국어·자녀 교육·생활 지원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⚖️ 외국인근로자법 — 노동권·산재 보호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🏥 의료·보육 지원 — 의료 통역 서비스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🚓 차별 금지 입법 추진 — 포괄적 차별금지법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해결 방안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💡 교육·인식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🎓 다문화 감수성 교육 — 학교 정규 교육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🌍 세계시민 교육 — 글로벌 시민의식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📺 미디어 인식 개선 — 편견 없는 표현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🤝 다문화 축제·교류 — 직접 만남의 기회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💡 해결 방안 3 — 시민 의식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상호문화주의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다른 문화에서 배운다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관용과 공감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내가 겪는다면 어떨까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반차별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차이를 차별로 만들지 말자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목소리 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옆에서 부조리를 보면 알린다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학생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⚖️ 다문화 시민 법정 STEP 4 + 학급 약속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C2D12"/>
                </a:solidFill>
                <a:latin typeface="Malgun Gothic"/>
              </a:rPr>
              <a:t>🌐 웹교구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c-culture-multicultural-court.html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판결 5건 후 갈등 해결 방안 STEP 4 작성 → 모둠 정책 제안서 발표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4E3B"/>
                </a:solidFill>
                <a:latin typeface="Malgun Gothic"/>
              </a:rPr>
              <a:t>📝 학습지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학습지 ④ 우리 반 다문화 약속 5개 합의 → 게시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단원 마지막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"다른 것은 틀린 것이 아니다."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우리는 모두 누군가에게는 외국인이다.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차이를 차별의 이유로 만들지 말자.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다양성이 있어 사회는 풍요로워지고,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존중이 있어 함께 살 수 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5단원 생활공간과 사회 — 우리가 살아가는 공간의 변화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