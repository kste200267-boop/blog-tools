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1 · 5단원 · 5-3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🗺 우리 동네 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학생이 살고 있는 그 공간을 직접 탐구한다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[10통사1-05-03] 자기 지역의 공간 변화 양상을 조사하고</a:t>
            </a:r>
          </a:p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문제 해결 방안을 탐구한다.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📸 10년 전 vs 지금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우리 동네 사진 두 장을 떠올려봅시다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🏪 사라진 가게는?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🏗 새로 생긴 건물은?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👥 마주치는 사람들은 어떻게 달라졌나?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🌳 공원·녹지는 더 많아졌나, 줄었나?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변화의 원인은? 좋은 변화? 나쁜 변화?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🔧 지역 변화의 12가지 요인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재개발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0604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지하철·KTX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799" y="182880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20116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260604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온라인 쇼핑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82880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20116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60604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스마트시티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9664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7952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738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인구 유출입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59664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77952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3738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고령화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799" y="359664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377952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43738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공장 이전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359664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377952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3738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관광·축제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6448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473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417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문화공간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536448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5473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61417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학교 변화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799" y="536448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799" y="55473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799" y="61417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녹지 정비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5364480"/>
            <a:ext cx="2651760" cy="1493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55473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61417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치안 인프라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📍 지역 사례 — 한국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실제 변화의 풍경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🏗 판교·동탄 — 신도시 개발로 IT 산업 집적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🎨 성수동 — 공장 지대 → 카페·갤러리 (젠트리피케이션)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📜 전주 한옥마을 — 전통 보존 + 관광지화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⚠️ 해남·고흥 — 농촌 공동화 → 지방 소멸 위기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⚖️ 변화의 양면성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😊 긍정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편의시설 증가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교통 편리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일자리·주거 개선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문화공간 확대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😟 부정 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집값 폭등 / 젠트리피케이션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전통상권 위축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공동체 단절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지역 정체성 상실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🔍 지역 분석 프레임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체계적 탐구의 5가지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① 자연환경 변화 — 산·하천·공기 질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② 인문환경 변화 — 인구·산업·시설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③ 정책·제도 영향 — 도시계획·재개발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④ 주민 생활 변화 — 일상·문화·관계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⑤ 미래 전망 — 5년·10년 후 예측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👵 어른들의 이야기 듣기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인터뷰 질문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• 어렸을 때 이 동네는 어떤 모습이었나요?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• 지금 사라진 가게나 공간이 있다면?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• 가장 큰 변화는 언제 일어났나요?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• 옛 동네가 더 좋았던 점은?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• 지금이 더 좋은 점은?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💡 가족·이웃 어른 1명 이상 인터뷰 (학습지 ③)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학생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🗺 우리 동네 변화 지도 — 웹교구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C2D12"/>
                </a:solidFill>
                <a:latin typeface="Malgun Gothic"/>
              </a:rPr>
              <a:t>🌐 웹교구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c-living-space-region.html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5단계: 정보 → 변화 요인 → 진단 → 인터뷰 → 해결안 + 보고서 자동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4E3B"/>
                </a:solidFill>
                <a:latin typeface="Malgun Gothic"/>
              </a:rPr>
              <a:t>📝 학습지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학습지 ③ 보고서 핵심을 손으로도 정리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단원 마지막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"공간은 우리를 만들고, 우리는 공간을 만든다."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산업화·도시화·정보화는 우리 일상을 바꿨다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변화는 누구에겐 기회, 누구에겐 위협이다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좋은 변화를 함께 만드는 것 — 시민의 역할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단원 정리: 단원평가 + 마인드맵 + 자기 성찰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단원 정리 — 단원평가 (객관식 10 + 서술형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