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2 · 7단원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⚖️ 사회 정의와 불평등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공정한 분배는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[10통사2-02] 분배 정의, 불평등, 사회 보장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🤔 100을 5명에게 나눈다면?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똑같이 20씩? (평등)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능력대로 더 많이? (능력)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가장 어려운 사람에게? (필요)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기여한 만큼? (업적)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어느 게 정의인가?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📖 4가지 분배 원칙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능력 분배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효율↑ 약자 소외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필요 분배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약자 보호 동기↓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업적 분배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동기↑ 출발선↓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평등 분배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단순·동기↓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🤝 롤스 vs 노직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🏛 롤스 (평등 자유주의)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무지의 베일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차등의 원칙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최소수혜자 우선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재분배 정당화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🦅 노직 (자유지상주의)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정당한 취득·이전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재분배 = 강제 노동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최소국가 이상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개인 자유 우선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📊 한국의 불평등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소득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상위10% 45%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자산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상위10% 60%+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교육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사교육 격차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임금 31% 격차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008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08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지역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8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수도권 vs 지방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152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152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152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세대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152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청년 빈곤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🛡 사회적 약자 보호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4가지 제도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📜 사회 보장 — 국민연금·건강보험·고용·산재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💰 공공 부조 — 기초생활보장·의료급여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🏥 사회 서비스 — 노인·장애인·아동 복지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⚖️ 적극적 우대 조치 — 어퍼머티브 액션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🛠 단원 웹교구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인생게임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출발선 다른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⚖️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롤스 vs 노직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5사례 진단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분배 게임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100을 5명에게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분배 4원칙: 능력·필요·업적·평등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롤스(평등) vs 노직(자유)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한국 불평등 6영역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사회 보장 + 적극적 우대로 약자 보호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8단원 시장 경제와 자산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