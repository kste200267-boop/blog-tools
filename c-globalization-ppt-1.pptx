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2 · 9단원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🌐 세계화와 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국경을 넘는 문제, 함께 해결할 수 있을까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[10통사2-04] 세계화 양상, 국제 협력, 평화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우리 일상에 세계화가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🍔 점심: 미국 햄버거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📱 폰: 미국+중국+한국 합작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🎬 저녁: 일본 애니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👕 옷: 베트남 제조 한국 브랜드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우리는 이미 세계화 속에 산다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🌍 세계화의 양상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경제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FTA·다국적기업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문화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한류·할리우드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정치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UN·NGO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정보·기술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인터넷·AI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⚖️ 세계화의 빛과 그림자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🌟 빛 (긍정)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경제 성장·가격 ↓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다양한 문화 교류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국제 협력 강화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정보·기술 보급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⚠️ 그림자 (부정)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빈부 격차 확대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자국 산업 위협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문화 다양성 위협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전염병·금융위기 즉시 확산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🤝 국제 협력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4가지 주체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🇺🇳 UN — 평화·인권·개발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🌳 국제 기구 — WTO·IMF·UNESCO·WHO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🤝 NGO — 그린피스·국경없는의사회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📜 국제 조약 — 파리협약·NPT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🕊 평화의 두 얼굴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🛡 소극적 평화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전쟁·물리적 폭력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  부재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🌟 적극적 평화 (요한 갈퉁)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+ 빈곤·차별·구조적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  폭력 제거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진정한 평화 = 적극적 평화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🛠 단원 웹교구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문화 외교관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갈등 외교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빛/그림자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7사례 분류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FTA 협상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5의제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세계화: 경제·문화·정치·정보 4영역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빛(성장·교류) ↔ 그림자(격차·위협)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UN·국제기구·NGO·조약이 협력 핵심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적극적 평화 = 전쟁 부재 + 구조적 폭력 제거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10단원 미래와 지속가능한 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