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BBF24"/>
                </a:solidFill>
                <a:latin typeface="Malgun Gothic"/>
              </a:rPr>
              <a:t>통합사회 2 · 9단원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0152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Malgun Gothic"/>
              </a:rPr>
              <a:t>🌐 세계화와 평화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FEF3C7"/>
                </a:solidFill>
                <a:latin typeface="Malgun Gothic"/>
              </a:rPr>
              <a:t>국경을 넘는 문제, 함께 해결할 수 있을까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EF3C7"/>
                </a:solidFill>
                <a:latin typeface="Malgun Gothic"/>
              </a:rPr>
              <a:t>[10통사2-04] 세계화 양상, 국제 협력, 평화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81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Malgun Gothic"/>
              </a:rPr>
              <a:t>도입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🤔 우리 일상에 세계화가 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🍔 점심: 미국 햄버거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📱 폰: 미국+중국+한국 합작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🎬 저녁: 일본 애니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👕 옷: 베트남 제조 한국 브랜드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→ 우리는 이미 세계화 속에 산다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algun Gothic"/>
              </a:rPr>
              <a:t>🌍 세계화의 양상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577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5577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경제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6324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FTA·다국적기업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799" y="1828800"/>
            <a:ext cx="5577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799" y="2011680"/>
            <a:ext cx="5577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799" y="260604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문화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799" y="306324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한류·할리우드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5577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5577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70916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정치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16636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UN·NGO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799" y="3931920"/>
            <a:ext cx="557784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799" y="4114800"/>
            <a:ext cx="5577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799" y="470916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정보·기술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799" y="516636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인터넷·AI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algun Gothic"/>
              </a:rPr>
              <a:t>⚖️ 세계화의 빛과 그림자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48640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7C2D12"/>
                </a:solidFill>
                <a:latin typeface="Malgun Gothic"/>
              </a:rPr>
              <a:t>🌟 빛 (긍정)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1206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경제 성장·가격 ↓</a:t>
            </a:r>
          </a:p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다양한 문화 교류</a:t>
            </a:r>
          </a:p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국제 협력 강화</a:t>
            </a:r>
          </a:p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정보·기술 보급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48640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E3A8A"/>
                </a:solidFill>
                <a:latin typeface="Malgun Gothic"/>
              </a:rPr>
              <a:t>⚠️ 그림자 (부정)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51206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빈부 격차 확대</a:t>
            </a:r>
          </a:p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자국 산업 위협</a:t>
            </a:r>
          </a:p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문화 다양성 위협</a:t>
            </a:r>
          </a:p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전염병·금융위기 즉시 확산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Malgun Gothic"/>
              </a:rPr>
              <a:t>🤝 국제 협력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4가지 주체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🇺🇳 UN — 평화·인권·개발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🌳 국제 기구 — WTO·IMF·UNESCO·WHO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🤝 NGO — 그린피스·국경없는의사회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📜 국제 조약 — 파리협약·NPT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algun Gothic"/>
              </a:rPr>
              <a:t>🕊 평화의 두 얼굴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48640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7C2D12"/>
                </a:solidFill>
                <a:latin typeface="Malgun Gothic"/>
              </a:rPr>
              <a:t>🛡 소극적 평화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1206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전쟁·물리적 폭력</a:t>
            </a:r>
          </a:p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  부재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48640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E3A8A"/>
                </a:solidFill>
                <a:latin typeface="Malgun Gothic"/>
              </a:rPr>
              <a:t>🌟 적극적 평화 (요한 갈퉁)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512064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• + 빈곤·차별·구조적</a:t>
            </a:r>
          </a:p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  폭력 제거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BBF24"/>
                </a:solidFill>
                <a:latin typeface="Malgun Gothic"/>
              </a:rPr>
              <a:t>💡 진정한 평화 = 적극적 평화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algun Gothic"/>
              </a:rPr>
              <a:t>🛠 단원 웹교구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6271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362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문화 외교관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632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갈등 외교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0080" y="1828800"/>
            <a:ext cx="36271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0080" y="2011680"/>
            <a:ext cx="362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80" y="26060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빛/그림자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0080" y="30632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7사례 분류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51520" y="1828800"/>
            <a:ext cx="36271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51520" y="2011680"/>
            <a:ext cx="362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1520" y="26060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FTA 협상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1520" y="30632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5의제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81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algun Gothic"/>
              </a:rPr>
              <a:t>🎯 오늘의 핵심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6012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세계화: 경제·문화·정치·정보 4영역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빛(성장·교류) ↔ 그림자(격차·위협)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UN·국제기구·NGO·조약이 협력 핵심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적극적 평화 = 전쟁 부재 + 구조적 폭력 제거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5212080"/>
            <a:ext cx="960120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53492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2D12"/>
                </a:solidFill>
                <a:latin typeface="Malgun Gothic"/>
              </a:rPr>
              <a:t>📌 다음 차시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571500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10단원 미래와 지속가능한 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