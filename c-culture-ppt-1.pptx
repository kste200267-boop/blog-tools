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4단원 · 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🌍 세계의 다양한 문화권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자연환경과 인간이 만들어낸 6대 문화권 탐험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[10통사1-04-01] 자연환경과 인문환경의 영향을 받아 형성된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다양한 문화권의 특징과 삶의 방식을 탐구한다.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같은 사막에 살아도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왜 사람들이 다른 옷을 입을까?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사막 = 흰색 긴 옷? 검은색? 가죽?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자연환경만으로는 설명이 안 됨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무엇이 더 작용했을까?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🎯 오늘 배울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문화권이 어떻게 형성되는지 설명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자연환경과 인문환경의 관계 이해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6대 문화권의 특징 비교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한국이 속한 문화권의 특징 파악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📖 문화권이란?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🌿 자연환경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기후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지형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식생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토양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🏛 인문환경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종교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언어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산업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의식주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비슷한 자연·인문환경을 공유하며 유사한 문화 양식을 가진 일정한 지역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🗺 세계 6대 문화권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동아시아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한·중·일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동남·남아시아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불교/힌두권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건조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서남아·북아프리카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유럽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그리스도교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아메리카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앵글로·라틴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152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152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52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아프리카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52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사하라 이남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🏯 동아시아 문화권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🌿 자연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온대 계절풍 기후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충적 평야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한반도·중국·일본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🏛 인문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유교·불교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한자 문화권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쌀 + 젓가락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풍부한 강수 → 벼농사 → 정착 → 공동체 규범(유교)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🕌 건조 문화권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🌿 자연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사막·스텝 기후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일교차 큼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오아시스 의존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🏛 인문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이슬람교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유목 + 대상 무역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흰색 긴 의복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농업 곤란 → 유목·교역 → 부족·종교 결속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⛪ 유럽 문화권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🌿 자연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서안 해양성·지중해성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대서양·지중해 접근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다양한 반도와 해안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🏛 인문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그리스도교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산업혁명 발상지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합리주의·과학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무역 도시 → 합리주의 → 과학혁명 → 산업혁명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📊 6대 문화권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22514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문화권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기후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종교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algun Gothic"/>
                        </a:rPr>
                        <a:t>산업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🏯 동아시아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온대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유교·불교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벼농사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🛕 동남·남아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열대 계절풍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불교·힌두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향신료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🕌 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사막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이슬람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유목·교역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⛪ 유럽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해양성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그리스도교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상공업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🗽 아메리카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다양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기독교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다양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🌍 아프리카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열대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토속·이슬람·기독교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Malgun Gothic"/>
                        </a:rPr>
                        <a:t>부족 단위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🌍 세계 문화권 탐험가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c-culture-world-zones.html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6대 문화권 클릭 → 매칭 게임 + 5문항 퀴즈 / 모둠당 1문화권 → 1분 30초 발표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① 우리 동네는 어느 문화권? + 학습지 ② 6대 비교표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문화권 = 자연환경 + 인문환경의 결합체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자연이 인간 적응을 결정 → 인간이 문화를 만듦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6대 문화권은 각각 고유한 형성 원리를 가짐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한국 = 동아시아 (온대 + 유교 + 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4-2 문화 변동과 전통 문화 — 한복 개량부터 K-pop까지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