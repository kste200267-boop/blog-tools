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2 · 10단원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🌍 미래와 지속가능한 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우리 세대 + 미래 세대 함께 살 지구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[10통사2-05] SDGs, 인구, 미래 사회 변화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100년 후 한국은?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👶 출산율 0.7 → 인구 감소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👴 고령화율 40%+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🌡 평균 기온 +2°C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🤖 AI·로봇 일자리 변화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지속가능한 미래 어떻게?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🌟 SDGs (지속가능발전목표)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UN 2030 17가지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1.빈곤 2.기아 3.건강 4.교육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5.성평등 6.물 7.에너지 8.일자리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9.산업 10.불평등 11.도시 12.소비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13.기후 14.해양 15.생태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16.평화 17.파트너십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👶 한국의 인구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심각한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합계출산율: 0.72 (세계 최저)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고령화율: 19% (2050년 40%+)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총인구: 5,150만 → 2050 4,200만 예상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노동력↓·연금 부담·지방 소멸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🌡 기후 위기와 한국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진행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🌡 평균 기온 +1.6°C (1912~2020)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🌊 해수면 상승: 인천공항·부산 위협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🔥 폭염·산불·수해 빈도 ↑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🎯 2050 탄소중립 목표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🤖 미래 사회 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AI·자동화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단순→AI / 창의→인간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바이오·의료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맞춤 의학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메타버스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가상 공간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우주·신소재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민간 우주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기후 시뮬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재난 시장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SDGs 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인구 정책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단원 마지막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"미래는 우리가 만든다"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SDGs 17 + 인구·기후·기술 변화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능동적으로 참여하는 시민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그것이 지속가능한 삶의 시작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— 통합사회 1년 학습 완료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