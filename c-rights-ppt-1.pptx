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2 · 6단원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⚖️ 인권 보장과 헌법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사람답게 살 권리, 어떻게 지킬 것인가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[10통사2-01] 인권 의미와 발전, 헌법 기본권, 인권 침해와 구제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우리는 어떤 권리를 가지고 있을까?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학교에서 배울 권리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자유롭게 말할 권리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차별받지 않을 권리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공정하게 재판받을 권리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모두 헌법으로 보장된 "기본권"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📜 인권의 발전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3세대 인권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1세대 시민·정치적 권리 — 자유권 (18C 시민혁명)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2세대 경제·사회·문화적 권리 — 사회권 (20C 산업화)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3세대 연대·집단적 권리 — 평화권·환경권 (현대)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📚 헌법 5대 기본권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자유권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신체·언론·종교·재산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평등권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차별받지 않을 권리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참정권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선거·공무담임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청구권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청원·재판·국가배상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사회권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교육·근로·환경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⚖️ 기본권 제한 4요건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헌법 제37조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① 목적의 정당성 — 국가안전·질서·공공복리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② 방법의 적정성 — 효과적·적합한 수단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③ 피해의 최소성 — 가장 덜 침해적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④ 법익의 균형성 — 얻는 이익 ≥ 침해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본질적 내용은 절대 침해 금지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🆘 인권 침해 구제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5가지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국가인권위원회 진정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⚖️ 법원 재판 청구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🏛 헌법재판소 헌법소원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🚓 국민권익위원회 행정심판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🤝 국제기구 (UN 인권이사회)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인권 법정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실제 사건 판결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헌법 빙고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5x5 게임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4요건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제한 시뮬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인권 = 천부적·보편적·불가침적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5대 기본권: 자유·평등·참정·청구·사회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제한은 4요건 충족 시에만 가능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본질적 내용은 절대 침해 X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구제 절차 다양, 적극 활용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7단원 사회 정의와 불평등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