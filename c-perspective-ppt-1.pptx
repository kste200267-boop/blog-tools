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1 · 1단원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🧭 통합적 관점으로 바라보는 사회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시간·공간·사회·윤리 — 4가지 시선으로 세상을 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[10통사1-01-01] 4관점의 특징을 이해하고 통합적으로 활용하여 사회 현상을 탐구한다.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같은 사건, 다른 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"청년 1인 가구가 50%를 넘었다."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⏰ 옛날에는? 미래에는?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🗺 한국 vs 다른 나라는?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👥 누가 영향받나? 구조는?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⚖️ 이게 옳은 방향인가?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4가지 관점을 통합하면 진짜 모습이 보인다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⏰ 시간적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"언제부터, 어떻게 변해왔나?"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역사적 배경 — 과거 어떤 일이 있었나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🔄 변화 과정 — 시대별 어떻게 달라졌나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🔮 미래 전망 — 앞으로 어떻게 될 것인가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예: 1인 가구 — 1980년 5%, 2025년 35%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🗺 공간적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"어디서, 지역적 차이는?"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📍 지역적 분포 — 어느 지역에서 두드러지나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🌍 국제 비교 — 다른 나라와 어떻게 다른가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🏘 공간 환경 — 자연·인문환경의 영향은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예: 1인 가구 — 서울 60%, 농촌 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👥 사회적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"누가, 어떤 구조 속에서?"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🎯 영향 받는 집단 — 누가 영향을 받나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🏛 사회 구조 — 정치·경제·사회 제도의 영향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🤝 이해관계 — 누가 이득·손해를 보나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예: 1인 가구 — 청년 주거난, 1인 경제 산업 성장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⚖️ 윤리적 관점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"옳은가? 어떤 가치를 추구해야 하나?"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🎯 가치 판단 — 무엇이 옳고 그른가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⚔️ 권리·의무 충돌 — 누구의 권리가 우선?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🌟 추구할 가치 — 우리 사회는 어디로 가야 하나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예: 1인 가구 — 자율적 삶 vs 공동체 가치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🧠 통합적 관점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❌ 단편적 시각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"청년이 결혼 안 해서 그렇다"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(원인 단순화)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✅ 통합적 시각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"역사·지역·구조·가치가 모두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작용한 복합 현상"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4가지 관점을 통합하면 진짜가 보인다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뉴스 4관점 분석기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뉴스→분석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4관점 토론장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모둠 발표·합의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마스터 퀴즈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100문항 랜덤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화성 이주 시뮬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통합 프로젝트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008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범죄 수사 게임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4관점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152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152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152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자기소개 슬라이드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52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4관점 자기소개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시간 — 언제부터, 어떻게 변했나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공간 — 어디서, 지역적 차이는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사회 — 누가, 어떤 구조 속에서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윤리 — 옳은가, 어떤 가치를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통합 — 4관점이 합쳐져야 진짜가 보임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2단원 인간과 공동체 — 행복이란 무엇인가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