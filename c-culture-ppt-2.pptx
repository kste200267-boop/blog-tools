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BBF24"/>
                </a:solidFill>
                <a:latin typeface="Malgun Gothic"/>
              </a:rPr>
              <a:t>통합사회 1 · 4단원 · 4-2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0152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Malgun Gothic"/>
              </a:rPr>
              <a:t>🔬 문화 변동과 전통 문화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FEF3C7"/>
                </a:solidFill>
                <a:latin typeface="Malgun Gothic"/>
              </a:rPr>
              <a:t>변하는 문화 속에서 살아남는 것은 무엇인가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EF3C7"/>
                </a:solidFill>
                <a:latin typeface="Malgun Gothic"/>
              </a:rPr>
              <a:t>[10통사1-04-02] 문화 변동의 양상과 그에 따른 문제점,</a:t>
            </a:r>
          </a:p>
          <a:p>
            <a:pPr algn="ctr"/>
            <a:r>
              <a:rPr sz="1400" b="0">
                <a:solidFill>
                  <a:srgbClr val="FEF3C7"/>
                </a:solidFill>
                <a:latin typeface="Malgun Gothic"/>
              </a:rPr>
              <a:t>전통문화의 의의와 계승 방안을 탐구한다.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Malgun Gothic"/>
              </a:rPr>
              <a:t>도입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👘 1900년 → 2025년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한복은 어떻게 변했을까?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👘 전통 한복 (의식·명절)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👗 생활/퓨전 한복 (일상·SNS·세계화)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→ 왜 변할까? 어떻게 변할까? 무엇이 남을까?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Malgun Gothic"/>
              </a:rPr>
              <a:t>📖 문화 변동이란?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48640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7C2D12"/>
                </a:solidFill>
                <a:latin typeface="Malgun Gothic"/>
              </a:rPr>
              <a:t>🏠 내재적 요인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51206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사회 내부에서 발생</a:t>
            </a:r>
          </a:p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발견 (이미 존재 → 알아냄)</a:t>
            </a:r>
          </a:p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발명 (없던 것 → 새로 만듦)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48640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E3A8A"/>
                </a:solidFill>
                <a:latin typeface="Malgun Gothic"/>
              </a:rPr>
              <a:t>🌐 외재적 요인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51206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외부에서 유입 = 문화 전파</a:t>
            </a:r>
          </a:p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직접 전파 (사람 직접)</a:t>
            </a:r>
          </a:p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간접 전파 (매체)</a:t>
            </a:r>
          </a:p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자극 전파 (자극 → 새 발명)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7607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BBF24"/>
                </a:solidFill>
                <a:latin typeface="Malgun Gothic"/>
              </a:rPr>
              <a:t>💡 한 사회의 문화가 시간이 지남에 따라 변화하는 현상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Malgun Gothic"/>
              </a:rPr>
              <a:t>🔍 직접 전파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🍜 베트남 쌀국수의 한국 전파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두 사회 구성원의 직접 접촉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베트남 전쟁 후 이주민 → 쌀국수 식당 개업 → 한국에 정착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📌 핵심: 사람과 사람의 직접 만남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Malgun Gothic"/>
              </a:rPr>
              <a:t>📡 간접 전파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🎤 K-pop의 세계화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매체를 통한 전파 (인터넷·TV·SNS)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유튜브·틱톡 → 외국인이 한국어 가사를 따라 부름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한국에 안 와봐도 K-pop을 알게 됨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📌 핵심: 매개체 → 비대면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Malgun Gothic"/>
              </a:rPr>
              <a:t>💡 자극 전파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🔤 한글 창제 (1443)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다른 문화에서 영감 → 새로운 것 발명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한자·산스크리트 등에서 자극을 받아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완전히 새로운 한국식 표음 문자 발명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📌 핵심: 외부 자극 → 내부 발명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Malgun Gothic"/>
              </a:rPr>
              <a:t>🔗 문화 접변의 결과 3가지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6271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362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병존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632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두 문화 나란히 공존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0080" y="1828800"/>
            <a:ext cx="36271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0080" y="2011680"/>
            <a:ext cx="362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80" y="26060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동화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0080" y="30632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한쪽이 다른 쪽에 흡수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51520" y="1828800"/>
            <a:ext cx="36271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51520" y="2011680"/>
            <a:ext cx="362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1520" y="26060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융합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1520" y="30632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새로운 제3의 문화 탄생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Malgun Gothic"/>
              </a:rPr>
              <a:t>📜 전통문화의 의의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5778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5577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정체성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6324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우리는 누구인가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799" y="1828800"/>
            <a:ext cx="55778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799" y="2011680"/>
            <a:ext cx="5577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799" y="260604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자긍심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799" y="306324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민족적 자존감 · 단결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55778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5577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70916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문화 자원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16636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관광·산업·외교 자산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799" y="3931920"/>
            <a:ext cx="55778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799" y="4114800"/>
            <a:ext cx="5577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799" y="470916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창조의 원천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799" y="516636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새 문화 창출의 토대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Malgun Gothic"/>
              </a:rPr>
              <a:t>🛡 전통문화 계승 방안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4가지 전략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🏛 제도적 지원 — 무형문화재 지정, 전통문화 지원법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📚 교육·학교 — 전통 동아리, 체험 학습, 교과 연계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📱 디지털 아카이빙 — 유튜브·VR·메타버스 기록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🎨 현대적 융합 — 한복 디자이너, 판소리 콜라보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Malgun Gothic"/>
              </a:rPr>
              <a:t>학생 활동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algun Gothic"/>
              </a:rPr>
              <a:t>🔬 문화 변동 연구소 — 웹교구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10332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7C2D12"/>
                </a:solidFill>
                <a:latin typeface="Malgun Gothic"/>
              </a:rPr>
              <a:t>🌐 웹교구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E3A8A"/>
                </a:solidFill>
                <a:latin typeface="Malgun Gothic"/>
              </a:rPr>
              <a:t>c-culture-change-lab.html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4747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algun Gothic"/>
              </a:rPr>
              <a:t>5사례 자동 분류 + 보존 계획서 작성 (한복/K-pop/명절/한식 퓨전/한글 디자인)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297680"/>
            <a:ext cx="10332720" cy="1645920"/>
          </a:xfrm>
          <a:prstGeom prst="round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4805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64E3B"/>
                </a:solidFill>
                <a:latin typeface="Malgun Gothic"/>
              </a:rPr>
              <a:t>📝 학습지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9377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algun Gothic"/>
              </a:rPr>
              <a:t>학습지 ③ 분류표 + 내가 지키고 싶은 전통 보존 계획서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81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algun Gothic"/>
              </a:rPr>
              <a:t>🎯 오늘의 핵심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6012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문화는 끊임없이 변동 (내재적 + 외재적)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외재적 = 직접 / 간접 / 자극 전파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결과 = 병존 / 동화 / 융합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전통문화는 정체성·자긍심·자원 — 변하지만 살아남는다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5212080"/>
            <a:ext cx="960120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53492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2D12"/>
                </a:solidFill>
                <a:latin typeface="Malgun Gothic"/>
              </a:rPr>
              <a:t>📌 다음 차시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571500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4-3 문화 상대주의와 보편 윤리 — 어디까지 존중해야 할까?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